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363aee93ec4311" /><Relationship Type="http://schemas.openxmlformats.org/officeDocument/2006/relationships/extended-properties" Target="/docProps/app.xml" Id="R9480899fa5e9429f" /><Relationship Type="http://schemas.openxmlformats.org/officeDocument/2006/relationships/officeDocument" Target="/ppt/presentation.xml" Id="Rd3babb599f6c45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54bb5185b84646"/>
  </p:sldMasterIdLst>
  <p:notesMasterIdLst>
    <p:notesMasterId xmlns:r="http://schemas.openxmlformats.org/officeDocument/2006/relationships" r:id="Rb8e9529a25bf4380"/>
  </p:notesMasterIdLst>
  <p:sldIdLst>
    <p:sldId xmlns:r="http://schemas.openxmlformats.org/officeDocument/2006/relationships" id="256" r:id="R97f5ffcac6234f48"/>
    <p:sldId xmlns:r="http://schemas.openxmlformats.org/officeDocument/2006/relationships" id="257" r:id="Rcc76fea4259042d9"/>
    <p:sldId xmlns:r="http://schemas.openxmlformats.org/officeDocument/2006/relationships" id="258" r:id="Re45321af040b4c9f"/>
    <p:sldId xmlns:r="http://schemas.openxmlformats.org/officeDocument/2006/relationships" id="259" r:id="R010b9be745944a90"/>
    <p:sldId xmlns:r="http://schemas.openxmlformats.org/officeDocument/2006/relationships" id="260" r:id="R27a4ec2eea8346ad"/>
    <p:sldId xmlns:r="http://schemas.openxmlformats.org/officeDocument/2006/relationships" id="261" r:id="R8497b45c194c49ee"/>
    <p:sldId xmlns:r="http://schemas.openxmlformats.org/officeDocument/2006/relationships" id="262" r:id="R2c853bc2225448e4"/>
    <p:sldId xmlns:r="http://schemas.openxmlformats.org/officeDocument/2006/relationships" id="263" r:id="R39a518e6f8004311"/>
    <p:sldId xmlns:r="http://schemas.openxmlformats.org/officeDocument/2006/relationships" id="264" r:id="R5fd2624eee0d4e11"/>
    <p:sldId xmlns:r="http://schemas.openxmlformats.org/officeDocument/2006/relationships" id="265" r:id="R51a4ba296ac74ca6"/>
    <p:sldId xmlns:r="http://schemas.openxmlformats.org/officeDocument/2006/relationships" id="266" r:id="R9bb397471fbd4e87"/>
    <p:sldId xmlns:r="http://schemas.openxmlformats.org/officeDocument/2006/relationships" id="267" r:id="R177a529721f14e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068a559384449f" /><Relationship Type="http://schemas.openxmlformats.org/officeDocument/2006/relationships/slideMaster" Target="/ppt/slideMasters/slideMaster1.xml" Id="R0354bb5185b84646" /><Relationship Type="http://schemas.openxmlformats.org/officeDocument/2006/relationships/notesMaster" Target="/ppt/notesMasters/notesMaster1.xml" Id="Rb8e9529a25bf4380" /><Relationship Type="http://schemas.openxmlformats.org/officeDocument/2006/relationships/presProps" Target="/ppt/presProps.xml" Id="R5c6488be58f84912" /><Relationship Type="http://schemas.openxmlformats.org/officeDocument/2006/relationships/tableStyles" Target="/ppt/tableStyles.xml" Id="Rc89734c020224f8e" /><Relationship Type="http://schemas.openxmlformats.org/officeDocument/2006/relationships/slide" Target="/ppt/slides/slide1.xml" Id="R97f5ffcac6234f48" /><Relationship Type="http://schemas.openxmlformats.org/officeDocument/2006/relationships/slide" Target="/ppt/slides/slide2.xml" Id="Rcc76fea4259042d9" /><Relationship Type="http://schemas.openxmlformats.org/officeDocument/2006/relationships/slide" Target="/ppt/slides/slide3.xml" Id="Re45321af040b4c9f" /><Relationship Type="http://schemas.openxmlformats.org/officeDocument/2006/relationships/slide" Target="/ppt/slides/slide4.xml" Id="R010b9be745944a90" /><Relationship Type="http://schemas.openxmlformats.org/officeDocument/2006/relationships/slide" Target="/ppt/slides/slide5.xml" Id="R27a4ec2eea8346ad" /><Relationship Type="http://schemas.openxmlformats.org/officeDocument/2006/relationships/slide" Target="/ppt/slides/slide6.xml" Id="R8497b45c194c49ee" /><Relationship Type="http://schemas.openxmlformats.org/officeDocument/2006/relationships/slide" Target="/ppt/slides/slide7.xml" Id="R2c853bc2225448e4" /><Relationship Type="http://schemas.openxmlformats.org/officeDocument/2006/relationships/slide" Target="/ppt/slides/slide8.xml" Id="R39a518e6f8004311" /><Relationship Type="http://schemas.openxmlformats.org/officeDocument/2006/relationships/slide" Target="/ppt/slides/slide9.xml" Id="R5fd2624eee0d4e11" /><Relationship Type="http://schemas.openxmlformats.org/officeDocument/2006/relationships/slide" Target="/ppt/slides/slide10.xml" Id="R51a4ba296ac74ca6" /><Relationship Type="http://schemas.openxmlformats.org/officeDocument/2006/relationships/slide" Target="/ppt/slides/slide11.xml" Id="R9bb397471fbd4e87" /><Relationship Type="http://schemas.openxmlformats.org/officeDocument/2006/relationships/slide" Target="/ppt/slides/slide12.xml" Id="R177a529721f1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b32249978544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f240b0938141e7" /><Relationship Type="http://schemas.openxmlformats.org/officeDocument/2006/relationships/notesMaster" Target="/ppt/notesMasters/notesMaster1.xml" Id="Rb7308b54ce3d41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3e800571ee4196" /><Relationship Type="http://schemas.openxmlformats.org/officeDocument/2006/relationships/notesMaster" Target="/ppt/notesMasters/notesMaster1.xml" Id="R970f0efc838346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d009e223c491a" /><Relationship Type="http://schemas.openxmlformats.org/officeDocument/2006/relationships/notesMaster" Target="/ppt/notesMasters/notesMaster1.xml" Id="R989b3f65e86c4c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1143c56cba48a6" /><Relationship Type="http://schemas.openxmlformats.org/officeDocument/2006/relationships/notesMaster" Target="/ppt/notesMasters/notesMaster1.xml" Id="R49e5fc7f638a43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e46a884db4de0" /><Relationship Type="http://schemas.openxmlformats.org/officeDocument/2006/relationships/notesMaster" Target="/ppt/notesMasters/notesMaster1.xml" Id="R397698c86c2443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8ac6f3d24c4be5" /><Relationship Type="http://schemas.openxmlformats.org/officeDocument/2006/relationships/notesMaster" Target="/ppt/notesMasters/notesMaster1.xml" Id="Rbf863f9ced8046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eaadbcfb534528" /><Relationship Type="http://schemas.openxmlformats.org/officeDocument/2006/relationships/notesMaster" Target="/ppt/notesMasters/notesMaster1.xml" Id="R058a34332cf943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e09d5289934fc3" /><Relationship Type="http://schemas.openxmlformats.org/officeDocument/2006/relationships/notesMaster" Target="/ppt/notesMasters/notesMaster1.xml" Id="R60d913eddd1b48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48ef2c47db4f82" /><Relationship Type="http://schemas.openxmlformats.org/officeDocument/2006/relationships/notesMaster" Target="/ppt/notesMasters/notesMaster1.xml" Id="R2a22321e020e46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e6d95be2134a43" /><Relationship Type="http://schemas.openxmlformats.org/officeDocument/2006/relationships/notesMaster" Target="/ppt/notesMasters/notesMaster1.xml" Id="R9a586d7286f048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a10db3c3eb43e4" /><Relationship Type="http://schemas.openxmlformats.org/officeDocument/2006/relationships/notesMaster" Target="/ppt/notesMasters/notesMaster1.xml" Id="R78588b0030a44d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3695b4e8ec47c6" /><Relationship Type="http://schemas.openxmlformats.org/officeDocument/2006/relationships/notesMaster" Target="/ppt/notesMasters/notesMaster1.xml" Id="Rd5fadca00f4d47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架构方案，2026-09-30。封面使用本地项目场景截图 /tmp/ai-office-action-contract.png。截图仅代表已有场景效果，不表示目标模块拆包已经完成。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目标架构。当前已有 TypeScript 无头运行时、React/Pixi 场景、可注入寻路以及通信/存储适配器。参考 docs/plugin-runtime.md。业务系统负责真实任务，场景运行时负责可视活动，不相互冒充完成状态。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实际问题来源：访客选择最短交流位置，但接待角色没有该方向的坐姿转头贴图，造成对背面说话。当前分支已增加支持姿态过滤与 UNSUPPORTED_POSE 等错误处理。参考 src/contracts/characterPose.ts、src/runtime/actionContract.ts、tests/actionContract.test.mjs。此页通用验收机制仍为建议架构。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建议拆包边界，名称暂定，当前尚未发布为这些 npm 包。单仓库 workspaces 开发，应用负责组合。office-pack 应分 logic 与 visual 入口，避免无头宿主加载 Pixi。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当前能力参考 docs/plugin-runtime.md、docs/integer-grid-and-interactions.md、src/runtime/plugins.ts、package.json。当前代码许可参考项目 LICENSE：MIT。素材需单独核对来源与授权，不能从代码许可推断素材许可。以下测试与发布清单为目标要求。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8bf8e6ecc43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54c6d40f1f4ebb" /><Relationship Type="http://schemas.openxmlformats.org/officeDocument/2006/relationships/slideLayout" Target="/ppt/slideLayouts/slideLayout1.xml" Id="R07e7f7dbec8341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e7f7dbec8341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713ca8d5c4e9d" /><Relationship Type="http://schemas.openxmlformats.org/officeDocument/2006/relationships/image" Target="/ppt/media/image.jpeg" Id="R86df22156c4f4cae" /><Relationship Type="http://schemas.openxmlformats.org/officeDocument/2006/relationships/notesSlide" Target="/ppt/notesSlides/notesSlide1.xml" Id="R08f0896811794e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a98133882469d" /><Relationship Type="http://schemas.openxmlformats.org/officeDocument/2006/relationships/notesSlide" Target="/ppt/notesSlides/notesSlide2.xml" Id="Rbecbd3c80ce44e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1fe249ea04f53" /><Relationship Type="http://schemas.openxmlformats.org/officeDocument/2006/relationships/notesSlide" Target="/ppt/notesSlides/notesSlide3.xml" Id="R0b0027079add47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70bcb7c964747" /><Relationship Type="http://schemas.openxmlformats.org/officeDocument/2006/relationships/notesSlide" Target="/ppt/notesSlides/notesSlide4.xml" Id="R69331e5affa641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f16d264b4413f" /><Relationship Type="http://schemas.openxmlformats.org/officeDocument/2006/relationships/notesSlide" Target="/ppt/notesSlides/notesSlide5.xml" Id="R135d237b886147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02fbd75a2451e" /><Relationship Type="http://schemas.openxmlformats.org/officeDocument/2006/relationships/notesSlide" Target="/ppt/notesSlides/notesSlide6.xml" Id="Rcafbe6f85e6e4c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272ad1dd24bd2" /><Relationship Type="http://schemas.openxmlformats.org/officeDocument/2006/relationships/notesSlide" Target="/ppt/notesSlides/notesSlide7.xml" Id="R5c21651e457048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44b26fdeb40cc" /><Relationship Type="http://schemas.openxmlformats.org/officeDocument/2006/relationships/notesSlide" Target="/ppt/notesSlides/notesSlide8.xml" Id="R661c66d35dc342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33adb5a8d4e44" /><Relationship Type="http://schemas.openxmlformats.org/officeDocument/2006/relationships/notesSlide" Target="/ppt/notesSlides/notesSlide9.xml" Id="Rdd4758dc444244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9ca69ed4644c8" /><Relationship Type="http://schemas.openxmlformats.org/officeDocument/2006/relationships/notesSlide" Target="/ppt/notesSlides/notesSlide10.xml" Id="R6e7491b1c4e341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f6b7ccc074fbb" /><Relationship Type="http://schemas.openxmlformats.org/officeDocument/2006/relationships/notesSlide" Target="/ppt/notesSlides/notesSlide11.xml" Id="Rcc92144c6cce4f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9efeaa6a44047" /><Relationship Type="http://schemas.openxmlformats.org/officeDocument/2006/relationships/notesSlide" Target="/ppt/notesSlides/notesSlide12.xml" Id="R3d122760be364a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FCBD5-AE14-4954-B1E7-FDBA5413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C6AAD-AC3B-4C69-B747-8671CD9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AI Office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F2D6F-32C5-4FD4-B570-939B6A15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429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模块化与</a:t>
            </a:r>
          </a:p>
          <a:p xmlns:a="http://schemas.openxmlformats.org/drawingml/2006/main">
            <a:pPr>
              <a:def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插件化架构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2BAC3-B2C7-4F86-B243-75B813EE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291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核心规则、可替换实现与场景扩展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00B29-8AAF-4D0C-A415-D3875411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15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架构方案  /  2026.09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f22156c4f4cae"/>
          <a:stretch xmlns:a="http://schemas.openxmlformats.org/drawingml/2006/main"/>
        </p:blipFill>
        <p:spPr>
          <a:xfrm xmlns:a="http://schemas.openxmlformats.org/drawingml/2006/main">
            <a:off x="6248400" y="2255044"/>
            <a:ext cx="5410200" cy="30432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72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FBEAE-0D11-47BF-8BB1-8808761B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三类扩展边界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ACD04-C01C-4C74-B945-02C6A766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04538-47EA-4290-A421-0D201360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A8906-4AF1-4005-B691-556E7ECA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基础模块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9537D-0D81-4BB2-A6B6-0754946B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统一规则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9EB63-6A7A-4D4C-A957-D7EA0348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世界状态、调度、碰撞校验</a:t>
            </a:r>
          </a:p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以及行为与素材契约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0B5BE-561E-4887-88D8-1D4C282C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由核心集中维护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8443-680F-40C2-A461-0D0271A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C3DE0-6C4F-48DA-AD9A-0BB8CE09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适配器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E01D7-2231-4192-8CFA-EDFA83D7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替换实现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D248E-A9F3-4B30-8F06-4A8C5DA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寻路、渲染、通信、存储</a:t>
            </a:r>
          </a:p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通过接口注入实现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3F92A-318A-4D59-94E4-4C43F0A5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遵守同一输入输出约定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A4F6A-80B5-4897-AA34-5797809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A88E8-966D-4CAE-A6E9-532F59DA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插件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68482-1001-414B-8273-B5D72315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增加能力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6CD2D-32FC-474E-A23A-BA59F4C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场景、家具、行为、角色包</a:t>
            </a:r>
          </a:p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通过注册机制接入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F9B8F-29F4-4FD0-8994-D8D5EE43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声明依赖与兼容版本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39DCF-5CAA-497D-B2A0-6D73D0F6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插件也是模块，只是额外具备注册、生命周期与版本兼容机制。</a:t>
            </a:r>
          </a:p>
        </p:txBody>
      </p:sp>
    </p:spTree>
    <p:extLst>
      <p:ext uri="{BB962C8B-B14F-4D97-AF65-F5344CB8AC3E}">
        <p14:creationId xmlns:p14="http://schemas.microsoft.com/office/powerpoint/2010/main" val="2115976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CB4A3-1B90-4F80-AC74-E319C139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系统分层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2936C-F529-4EC7-87B6-AC4DD502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19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71700"/>
                <a:gridCol w="4400550"/>
                <a:gridCol w="44005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应用与外部系统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业务任务、操作界面、宿主集成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提交命令，订阅状态与事件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公共协议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命令、事件、实体与能力 Schema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稳定且可校验的接入契约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场景运行时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世界状态、调度、占用与合法性校验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唯一权威状态写入者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扩展实现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算法适配器、行为插件、场景内容包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按接口调用，接受核心约束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表现与资源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Pixi 视图、动画、图片与用户输入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读取场景状态，输入转为命令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B3422-DAEF-4EC6-90CF-AD1FF796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真实业务完成和场景动画完成，必须使用不同的状态与事件。</a:t>
            </a:r>
          </a:p>
        </p:txBody>
      </p:sp>
    </p:spTree>
    <p:extLst>
      <p:ext uri="{BB962C8B-B14F-4D97-AF65-F5344CB8AC3E}">
        <p14:creationId xmlns:p14="http://schemas.microsoft.com/office/powerpoint/2010/main" val="2014723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715F2-C4EE-43A1-BE11-33EB8C77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稳定核心模块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D6896-D0C4-4AEA-99C4-175C6CBB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33675"/>
                <a:gridCol w="823912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必须统一的责任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协议与行为契约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参数校验、姿态支持、前置条件与错误语义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世界与实体状态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人物、物品、整数格地图及权威状态更新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调度与资源占用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排队、同步、取消、超时和占用释放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运动与动画执行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路径合法性、碰撞约束、姿态与动画优先级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地图编辑事务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统一命令、撤销重做、布局校验和存档恢复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插件管理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能力注册、依赖解析、生命周期和兼容检查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70C72-FAD8-40A0-B698-AF4C9A45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插件可以提出行为计划；最终是否可执行，由核心判断。</a:t>
            </a:r>
          </a:p>
        </p:txBody>
      </p:sp>
    </p:spTree>
    <p:extLst>
      <p:ext uri="{BB962C8B-B14F-4D97-AF65-F5344CB8AC3E}">
        <p14:creationId xmlns:p14="http://schemas.microsoft.com/office/powerpoint/2010/main" val="548482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17593-E75F-4555-9451-400FA468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可替换适配器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981A7-FAE1-4337-9446-465CF479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52675"/>
                <a:gridCol w="4286250"/>
                <a:gridCol w="433387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适配器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可替换的实现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核心仍然负责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Navigation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四方向 A*、其他网格寻路器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验证路线合法、避障和到位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Renderer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Pixi；未来其他渲染后端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统一场景状态与表现语义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Transport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直接调用、HTTP、iframe、IPC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协议校验、命令身份与结果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Storage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浏览器、文件、SQLite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存档结构、版本和迁移校验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Asset 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本地目录、打包资源、远程资源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资源清单、尺寸和动作契约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9E2F0-5E54-465A-905A-4FF66CE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初期采用接口注入即可，适配器不必都做成“可安装插件”。</a:t>
            </a:r>
          </a:p>
        </p:txBody>
      </p:sp>
    </p:spTree>
    <p:extLst>
      <p:ext uri="{BB962C8B-B14F-4D97-AF65-F5344CB8AC3E}">
        <p14:creationId xmlns:p14="http://schemas.microsoft.com/office/powerpoint/2010/main" val="483352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55254-D212-40F4-A8DC-ABB9FB6B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内容与行为插件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9F2B2-4A27-4471-B70D-7C3BF08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85975"/>
                <a:gridCol w="4552950"/>
                <a:gridCol w="433387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插件类型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声明内容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典型扩展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默认地图、模板组合、规则配置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办公室、公寓、工厂、医院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底部占地、交互位置、状态结构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工位、白板、饮水机、跑步机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参与者、前置条件、资源与执行阶段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拜访、讨论、取水、持续工作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角色资源包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贴图、动作、锚点、比例与能力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增加人物或补充动作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物品视图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状态到画面的映射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白板文字、电脑画面、指示灯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编辑器扩展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目录、属性面板、操作工具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新增家具属性与专用编辑工具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F3261-EFAB-44C9-8F40-E2DCC03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普通角色和家具优先用数据包，特殊行为或视图才附加代码。</a:t>
            </a:r>
          </a:p>
        </p:txBody>
      </p:sp>
    </p:spTree>
    <p:extLst>
      <p:ext uri="{BB962C8B-B14F-4D97-AF65-F5344CB8AC3E}">
        <p14:creationId xmlns:p14="http://schemas.microsoft.com/office/powerpoint/2010/main" val="1252053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3A22F-DB43-46F9-833F-4365711A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新增饮水机的接入流程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C4CFF-8223-4C90-BB87-A3A202A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BDD9-8DB0-40AB-AEF7-63783FD1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BA652-9A93-4E49-AFFE-CC2BFC74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383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家具包描述物品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5C0A2-E0A2-4A53-855B-491F08A1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050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声明底部占地、使用位置、水量状态和一次可用人数。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59BD7-D7B9-4770-A6CF-DAA2D0E9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064FB-B3A1-4C19-A872-95AEAD6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146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行为插件描述流程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ECA30-0494-4171-B062-2BD0175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声明取水的参与者、预约需求，以及走近、使用、离开阶段。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7CEEC-7021-4C57-85F8-44B2E68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A4622-4083-462A-9042-8466B1FC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90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角色包提供匹配动作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2BCAC-540E-4B55-AB07-F3F6EA28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5767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声明站姿、朝向和取水动作；缺失时报告不支持。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F890F-0307-4FDD-97B2-192758EC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BED89-44F5-48BD-BC7C-33279648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6727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核心与视图分别执行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4010A-F727-4AF9-96D9-7019437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核心协调路线、占用及取消；视图展示动作和物品状态。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968DE-D5DD-47EB-9B01-F8FDAE38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新增物品主要增加声明和素材，无需另写一套调度与碰撞系统。</a:t>
            </a:r>
          </a:p>
        </p:txBody>
      </p:sp>
    </p:spTree>
    <p:extLst>
      <p:ext uri="{BB962C8B-B14F-4D97-AF65-F5344CB8AC3E}">
        <p14:creationId xmlns:p14="http://schemas.microsoft.com/office/powerpoint/2010/main" val="1868075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1A277-9F81-447C-85CB-3E4920D5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行为契约与统一验收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E71A5-F4B0-4E5A-97C3-464E853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153025"/>
                <a:gridCol w="34861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契约对象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约束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失败处理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行为插件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声明人数、站位、朝向、资源及结束方式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条件不满足时拒绝或排队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角色与家具资源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声明真实支持的动作、锚点及接触位置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缺少姿态时明确报告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执行前与到位后校验，不绕过占地规则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取消、重规划或返回失败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渲染器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按照已校验状态选动作与视图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禁止偷偷换成错误朝向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A2C4-A8F6-4171-9E15-E33C9715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例：接待人只有左右转头动作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D8AED-3A80-4AE6-BF2C-FEFD0A8E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访客只在可达且支持对话的候选格停下，不从背面发起不匹配的坐姿对话。</a:t>
            </a:r>
          </a:p>
        </p:txBody>
      </p:sp>
    </p:spTree>
    <p:extLst>
      <p:ext uri="{BB962C8B-B14F-4D97-AF65-F5344CB8AC3E}">
        <p14:creationId xmlns:p14="http://schemas.microsoft.com/office/powerpoint/2010/main" val="7094571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3C981-B8E8-40DE-BC47-99EFE48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四个可发布包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CA5D1-1C56-4F88-9CAE-7C22B8EC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8F6C2-0F4A-47BA-B899-FF97191D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单仓库开发，按公共边界发布 npm 包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05225"/>
                <a:gridCol w="3895725"/>
                <a:gridCol w="33718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建议包名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主要内容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内部依赖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@ai-office/contracts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协议、数据结构与插件接口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无其他内部包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@ai-office/runtime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状态、调度、运动和编辑事务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@ai-office/renderer-pixi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渲染、动画、资源与输入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@ai-office/office-pack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办公室逻辑、模板和素材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logic 依赖 contracts</a:t>
                      </a:r>
                    </a:p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visual 可依赖 renderer-pixi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3646F-A175-4F65-9027-5443BCF8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应用负责组合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5605E-3FD2-45E1-9779-08CAF0F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91175"/>
            <a:ext cx="8296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React 界面、宿主集成和业务逻辑留在应用层。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E3028-E4ED-4E73-8A5C-5D38CA2B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包名暂定，未发布；依赖保持单向，office-pack 拆分逻辑与视图入口。</a:t>
            </a:r>
          </a:p>
        </p:txBody>
      </p:sp>
    </p:spTree>
    <p:extLst>
      <p:ext uri="{BB962C8B-B14F-4D97-AF65-F5344CB8AC3E}">
        <p14:creationId xmlns:p14="http://schemas.microsoft.com/office/powerpoint/2010/main" val="642999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430DA-6B5C-4963-B200-2A29B6EE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十五项工作内容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E4E77-2218-456A-A11F-08CFC3F4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5781675"/>
                <a:gridCol w="31432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工作组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具体工作域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共同交付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① 架构协议　② 世界模型　③ 持久化迁移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可版本化的数据与接口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运行机制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④ 导航碰撞　⑤ 调度协作　⑥ 家具交互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可测试的行为执行链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视觉资源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⑦ 人物动画　⑧ 场景渲染　⑨ 素材构建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一致的画面与资源标准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扩展与应用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⑩ 地图编辑　⑪ 插件场景　⑫ 外部 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可独立接入的扩展能力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工程质量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⑬ 应用调试　⑭ 测试性能　⑮ 开源工程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回归验证、文档和发布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B5BC4-6D55-4E06-BA52-D5F8160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这是工作内容划分，人数与 npm 包数量不必一一对应。</a:t>
            </a:r>
          </a:p>
        </p:txBody>
      </p:sp>
    </p:spTree>
    <p:extLst>
      <p:ext uri="{BB962C8B-B14F-4D97-AF65-F5344CB8AC3E}">
        <p14:creationId xmlns:p14="http://schemas.microsoft.com/office/powerpoint/2010/main" val="14577033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E14E6-EFB8-4A33-9B2A-E3745EC0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渐进迁移顺序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F2F31-9B21-471F-BBAD-B9A4B267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314950"/>
                <a:gridCol w="332422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主要工作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验收产物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 固定公共契约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整理命令、事件、动作能力与错误语义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协议示例与契约测试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 提取无头运行时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隔离状态与调度，清理对表现层的反向依赖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无需浏览器的行为测试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 提取场景与渲染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拆出视图、素材及办公室专属规则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应用组合后效果保持一致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  验证第二种扩展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接入新家具或新场景，验证边界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兼容测试、接入文档与发布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4018F-6347-4F41-B0AB-EF8863C6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每个阶段保持完整链路可用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6DEED-2588-4A43-B6AA-C5B4EA62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220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外部命令、人物移动、对话、回座和结果回执一起验收。</a:t>
            </a:r>
          </a:p>
        </p:txBody>
      </p:sp>
    </p:spTree>
    <p:extLst>
      <p:ext uri="{BB962C8B-B14F-4D97-AF65-F5344CB8AC3E}">
        <p14:creationId xmlns:p14="http://schemas.microsoft.com/office/powerpoint/2010/main" val="3523040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59DF-60DE-42B9-816A-26538BB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当前基础与开源验收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59C02-2450-409D-8D90-EF09EE8F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319E9-9CBF-42FF-8571-B7B1FDC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已有基础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68C9-27AA-48F3-BD13-23B69FFF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387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无头 TypeScript 运行时</a:t>
            </a:r>
          </a:p>
          <a:p xmlns:a="http://schemas.openxmlformats.org/drawingml/2006/main">
            <a:pPr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可信内置插件与协议命令</a:t>
            </a:r>
          </a:p>
          <a:p xmlns:a="http://schemas.openxmlformats.org/drawingml/2006/main">
            <a:pPr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网格寻路、家具交互、动作契约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8AFA7-0BDE-45BF-B894-9F12DD84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05D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05D4E"/>
                </a:solidFill>
                <a:latin typeface="Arial Unicode MS"/>
                <a:ea typeface="Arial Unicode MS"/>
                <a:cs typeface="Arial Unicode MS"/>
              </a:rPr>
              <a:t>后续补齐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85125-2F5F-465B-B1D8-A67C5501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71725"/>
            <a:ext cx="5105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独立包发布与兼容测试</a:t>
            </a:r>
          </a:p>
          <a:p xmlns:a="http://schemas.openxmlformats.org/drawingml/2006/main">
            <a:pPr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生产接入的鉴权与可靠性</a:t>
            </a:r>
          </a:p>
          <a:p xmlns:a="http://schemas.openxmlformats.org/drawingml/2006/main">
            <a:pPr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远程插件的信任和隔离机制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C090F-1F41-42FC-993F-C70AEFDE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610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共同验收底线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07DD0-6162-4004-B4B6-E25A0849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061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正常流程之外，覆盖堵路、并发、取消、缺素材与重启恢复。</a:t>
            </a:r>
          </a:p>
          <a:p xmlns:a="http://schemas.openxmlformats.org/drawingml/2006/main">
            <a:pPr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插件增加能力，不能绕过核心的碰撞、占用与行为契约。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5EEBB-778B-4320-8F88-E2EBF60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代码与素材许可分别核对；当前尚不具备远程插件市场或沙箱。</a:t>
            </a:r>
          </a:p>
        </p:txBody>
      </p:sp>
    </p:spTree>
    <p:extLst>
      <p:ext uri="{BB962C8B-B14F-4D97-AF65-F5344CB8AC3E}">
        <p14:creationId xmlns:p14="http://schemas.microsoft.com/office/powerpoint/2010/main" val="1435912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2026-09-30T02:13:10.7460000Z</dcterms:created>
  <dcterms:modified xsi:type="dcterms:W3CDTF">2026-09-30T02:13:10.7460000Z</dcterms:modified>
</coreProperties>
</file>